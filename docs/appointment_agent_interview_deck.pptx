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Appointment Scheduling AI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Text and voice assistant for booking, rescheduling, and canceling demo appointments.</a:t>
            </a:r>
          </a:p>
          <a:p>
            <a:pPr>
              <a:spcAft>
                <a:spcPts val="1200"/>
              </a:spcAft>
              <a:defRPr sz="1900">
                <a:solidFill>
                  <a:srgbClr val="586376"/>
                </a:solidFill>
              </a:defRPr>
            </a:pPr>
            <a:r>
              <a:t>Built with OpenAI, FastAPI, Pydantic, and deterministic scheduling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1900">
                <a:solidFill>
                  <a:srgbClr val="172033"/>
                </a:solidFill>
              </a:defRPr>
            </a:pPr>
            <a:r>
              <a:t>Patients need a calm scheduling experience that handles incomplete information, frustration, and voice input.</a:t>
            </a:r>
          </a:p>
          <a:p>
            <a:pPr>
              <a:spcAft>
                <a:spcPts val="1200"/>
              </a:spcAft>
              <a:defRPr sz="1900">
                <a:solidFill>
                  <a:srgbClr val="586376"/>
                </a:solidFill>
              </a:defRPr>
            </a:pPr>
            <a:r>
              <a:t>Scheduling changes affect real commitments, so the system needs validation, auditability, and confirmation.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OpenAI for LLM, STT, and TTS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FastAPI for API and browser UI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Pydantic for typed schemas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Deterministic tools for appointment state changes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In-memory demo store for interview simplicity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Core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The LLM talks. Tools mutate.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The model asks questions and requests tools.</a:t>
            </a:r>
          </a:p>
          <a:p>
            <a:pPr>
              <a:spcAft>
                <a:spcPts val="1200"/>
              </a:spcAft>
              <a:defRPr sz="1900">
                <a:solidFill>
                  <a:srgbClr val="586376"/>
                </a:solidFill>
              </a:defRPr>
            </a:pPr>
            <a:r>
              <a:t>Typed tools validate inputs and perform booking, cancellation, and rescheduling.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User text or audio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Browser UI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OpenAI STT if voice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Conversation orchestrator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GPT-5.5 tool calling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Scheduling tools and store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Sanitized response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Streaming UI and OpenAI TTS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Safety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Explicit confirmation before booking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Explicit confirmation before cancellation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Explicit confirmation before rescheduling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Emergency handling before model calls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No medical advice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English-only STT and responses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Voice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Hold-to-talk microphone input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Audio sent to OpenAI transcription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Assistant response shown in chat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OpenAI speech output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Interrupt button stops playback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Voice upload retries once after transient fetch failure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Conversation State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Message history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Pending action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Held slot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Pending booking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Last offered slots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Tool calls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Emergency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Logging And Debugging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Session events written as JSONL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Tool calls visible in UI debug mode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Tests mock OpenAI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Scheduling tools are tested independently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Coding Interview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Clarify requirements first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State assumptions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Keep implementation readable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Explain tradeoffs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Test critical invariants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Debug from observable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System Design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Replace in-memory store with scheduling backend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authentication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audit logging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observability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human handoff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streaming voice transport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Add retry and timeout policies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Open browser UI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Ask for an appointment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Search slots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Hold selected slot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Confirm patient details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Book appointment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Show tool trace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Test emergency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Challenges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Preventing unsafe model actions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Handling partial patient information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Keeping voice responses TTS-friendly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Recovering from transient browser audio failures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Balancing demo simplicity with production realism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Improvements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Real scheduling integration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HIPAA and security review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Persistent sessions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Streaming STT and TTS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Evaluation harness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Calendar and provider availability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502920"/>
            <a:ext cx="107899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172033"/>
                </a:solidFill>
              </a:defRPr>
            </a:pPr>
            <a:r>
              <a:t>What Interviewers Should Notice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07040" cy="4480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Technical depth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Clear ownership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Product thinking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Safety-oriented design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Testability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Practical tradeoff decisions</a:t>
            </a:r>
          </a:p>
          <a:p>
            <a:pPr>
              <a:spcAft>
                <a:spcPts val="1200"/>
              </a:spcAft>
              <a:defRPr sz="2200">
                <a:solidFill>
                  <a:srgbClr val="586376"/>
                </a:solidFill>
              </a:defRPr>
            </a:pPr>
            <a:r>
              <a:t>End-to-end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6263640"/>
            <a:ext cx="106070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86376"/>
                </a:solidFill>
              </a:defRPr>
            </a:pPr>
            <a:r>
              <a:t>Appointment Scheduling AI Agent |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